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284C7">
              <a:alpha val="8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38BDF8">
              <a:alpha val="9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5" name="Text 3"/>
          <p:cNvSpPr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CLOUD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38BDF8"/>
                </a:solidFill>
                <a:latin typeface="Segoe UI Light" panose="020B0502040204020203" pitchFamily="34" charset="0"/>
                <a:ea typeface="Segoe UI Light" panose="020B0502040204020203" pitchFamily="34" charset="-122"/>
                <a:cs typeface="Segoe UI Light" panose="020B0502040204020203" pitchFamily="34" charset="-120"/>
              </a:rPr>
              <a:t>AI-Integrated Career Development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38BDF8"/>
                </a:solidFill>
                <a:latin typeface="Segoe UI Light" panose="020B0502040204020203" pitchFamily="34" charset="0"/>
                <a:ea typeface="Segoe UI Light" panose="020B0502040204020203" pitchFamily="34" charset="-122"/>
                <a:cs typeface="Segoe UI Light" panose="020B0502040204020203" pitchFamily="34" charset="-120"/>
              </a:rPr>
              <a:t>&amp; Alumni Networking Ecosystem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4297680"/>
            <a:ext cx="3200400" cy="3657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914400" y="4572000"/>
            <a:ext cx="914400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Department of Computer Science &amp; Engineering
</a:t>
            </a:r>
            <a:r>
              <a:rPr lang="en-US" sz="12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Academic Year 2025-2026
</a:t>
            </a:r>
            <a:r>
              <a:rPr lang="en-US" sz="11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Guided by: Prof. [Faculty Name]
</a:t>
            </a:r>
            <a:r>
              <a:rPr lang="en-US" sz="11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Presented by: [Your Name]  |  [Roll No.]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ABSTRACT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6" name="Text 4"/>
          <p:cNvSpPr/>
          <p:nvPr/>
        </p:nvSpPr>
        <p:spPr>
          <a:xfrm>
            <a:off x="914400" y="1371600"/>
            <a:ext cx="1033272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Cloud is an elite, AI-integrated career development and networking ecosystem designed to bridge the gap between academic learning and professional excellence. The platform leverages cutting-edge generative AI models including Mistral AI, Groq + Llama 3, and Google Gemini to deliver a comprehensive suite of features: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AI Boardroom — Multi-persona interview simulation with 4 AI judges using real-time Speech-to-Text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Aura AI Career Coach — Personalized mentorship powered by Mistral and Gemini Search Grounding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Real-time Job Portal — AI-curated opportunities generated via Groq + Llama 3.3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Company Intelligence Engine — Live corporate analytics with AI-scored sentiment analysis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Alumni Network with 50+ tech leaders — Events, Mentorship, Gallery, Messaging &amp; Groups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Built with React 19, Firebase (Auth, Firestore, Storage), Express.js, and Tailwind CSS, the platform is deployed on Vercel for seamless serverless operation.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6" name="Text 4"/>
          <p:cNvSpPr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 today's competitive tech landscape, alumni networks serve as invaluable bridges between academic institutions and the professional world. However, most alumni platforms are static directories that fail to leverage modern AI capabilities.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Cloud addresses this gap by creating a living, intelligent ecosystem that: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✦ Connects students with 50+ tech professionals from companies like Google, Meta, OpenAI, and Stripe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✦ Provides AI-powered career coaching and real-time company intelligence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✦ Simulates boardroom-level interview preparation with multi-persona AI judges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✦ Enables real-time messaging, event management, and community engagement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75120" y="1371600"/>
            <a:ext cx="484632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463040"/>
            <a:ext cx="1188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4C7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046720" y="1463040"/>
            <a:ext cx="3200400" cy="41148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Models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0" y="1874520"/>
            <a:ext cx="3200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Mistral, Groq/Llama 3, Gemini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0" y="2560320"/>
            <a:ext cx="484632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651760"/>
            <a:ext cx="1188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4C7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15+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046720" y="2651760"/>
            <a:ext cx="3200400" cy="41148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3063240"/>
            <a:ext cx="3200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Modules across the platform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3749040"/>
            <a:ext cx="484632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3840480"/>
            <a:ext cx="1188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4C7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50+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046720" y="3840480"/>
            <a:ext cx="3200400" cy="41148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Network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4251960"/>
            <a:ext cx="3200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Tech leaders &amp; professionals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4937760"/>
            <a:ext cx="484632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5029200"/>
            <a:ext cx="1188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4C7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046720" y="5029200"/>
            <a:ext cx="3200400" cy="41148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Real-Time APIs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5440680"/>
            <a:ext cx="32004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Backend AI endpoints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6" name="Shape 4"/>
          <p:cNvSpPr/>
          <p:nvPr/>
        </p:nvSpPr>
        <p:spPr>
          <a:xfrm>
            <a:off x="914400" y="1463040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F43F5E">
              <a:alpha val="92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554480"/>
            <a:ext cx="457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50876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Disconnected Alumni Networks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1874520"/>
            <a:ext cx="9144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Graduates lose touch with their alma mater and fellow alumni, missing valuable networking opportunities critical for career advancement.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450592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F43F5E">
              <a:alpha val="92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542032"/>
            <a:ext cx="457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249631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 AI-Powered Career Guidance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2862072"/>
            <a:ext cx="9144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Student career preparation relies on outdated static resources. There is no personalized, AI-driven mentorship or real-time company intelligence available.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438144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F43F5E">
              <a:alpha val="92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529584"/>
            <a:ext cx="457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3483864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Lack of Interview Preparation Tools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45920" y="3849624"/>
            <a:ext cx="9144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Students face high-stakes interviews unprepared. No platform provides realistic, multi-persona AI interview simulations with real-time feedback.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4425696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F43F5E">
              <a:alpha val="92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517136"/>
            <a:ext cx="457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4471416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Fragmented Communication &amp; Events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4837176"/>
            <a:ext cx="9144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events, group discussions, job postings, and mentorship programs are scattered across multiple platforms with no unified solution.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5413248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F43F5E">
              <a:alpha val="92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504688"/>
            <a:ext cx="457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45920" y="5458968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 Real-Time Job Intelligence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45920" y="5824728"/>
            <a:ext cx="9144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Job boards provide static listings. There is no AI system that curates, generates, and scores job opportunities with company insights in real-time.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914400" y="365760"/>
            <a:ext cx="4572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303520" y="365760"/>
            <a:ext cx="5486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3F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&amp; DISADVANTAGES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7" name="Text 5"/>
          <p:cNvSpPr/>
          <p:nvPr/>
        </p:nvSpPr>
        <p:spPr>
          <a:xfrm>
            <a:off x="914400" y="137160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Current Alumni Platforms: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5029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LinkedIn Alumni groups with limited college-specific features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College-hosted static websites with basic alumni directories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Manual spreadsheet-based alumni tracking systems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WhatsApp/Telegram groups for informal communication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Email newsletters with no interactive capabilities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0" y="137160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3F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Key Disadvantages: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75120" y="201168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</p:spPr>
      </p:sp>
      <p:sp>
        <p:nvSpPr>
          <p:cNvPr id="11" name="Text 9"/>
          <p:cNvSpPr/>
          <p:nvPr/>
        </p:nvSpPr>
        <p:spPr>
          <a:xfrm>
            <a:off x="6858000" y="2011680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✗  No AI-powered career guidance or mentorship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0" y="2487168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</p:spPr>
      </p:sp>
      <p:sp>
        <p:nvSpPr>
          <p:cNvPr id="13" name="Text 11"/>
          <p:cNvSpPr/>
          <p:nvPr/>
        </p:nvSpPr>
        <p:spPr>
          <a:xfrm>
            <a:off x="6858000" y="2487168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✗  Static data — no real-time company insights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0" y="2962656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</p:spPr>
      </p:sp>
      <p:sp>
        <p:nvSpPr>
          <p:cNvPr id="15" name="Text 13"/>
          <p:cNvSpPr/>
          <p:nvPr/>
        </p:nvSpPr>
        <p:spPr>
          <a:xfrm>
            <a:off x="6858000" y="2962656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✗  No interview preparation or simulation tools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75120" y="3438144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</p:spPr>
      </p:sp>
      <p:sp>
        <p:nvSpPr>
          <p:cNvPr id="17" name="Text 15"/>
          <p:cNvSpPr/>
          <p:nvPr/>
        </p:nvSpPr>
        <p:spPr>
          <a:xfrm>
            <a:off x="6858000" y="3438144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✗  Fragmented across multiple third-party platforms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75120" y="3913632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</p:spPr>
      </p:sp>
      <p:sp>
        <p:nvSpPr>
          <p:cNvPr id="19" name="Text 17"/>
          <p:cNvSpPr/>
          <p:nvPr/>
        </p:nvSpPr>
        <p:spPr>
          <a:xfrm>
            <a:off x="6858000" y="3913632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✗  No gamification or engagement mechanisms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75120" y="438912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</p:spPr>
      </p:sp>
      <p:sp>
        <p:nvSpPr>
          <p:cNvPr id="21" name="Text 19"/>
          <p:cNvSpPr/>
          <p:nvPr/>
        </p:nvSpPr>
        <p:spPr>
          <a:xfrm>
            <a:off x="6858000" y="4389120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✗  Poor UI/UX — outdated, non-responsive designs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0" y="4864608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</p:spPr>
      </p:sp>
      <p:sp>
        <p:nvSpPr>
          <p:cNvPr id="23" name="Text 21"/>
          <p:cNvSpPr/>
          <p:nvPr/>
        </p:nvSpPr>
        <p:spPr>
          <a:xfrm>
            <a:off x="6858000" y="4864608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✗  No real-time messaging or community features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75120" y="5340096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</p:spPr>
      </p:sp>
      <p:sp>
        <p:nvSpPr>
          <p:cNvPr id="25" name="Text 23"/>
          <p:cNvSpPr/>
          <p:nvPr/>
        </p:nvSpPr>
        <p:spPr>
          <a:xfrm>
            <a:off x="6858000" y="5340096"/>
            <a:ext cx="457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✗  Zero personalization in job recommendations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914400" y="365760"/>
            <a:ext cx="4572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303520" y="365760"/>
            <a:ext cx="5486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&amp; ADVANTAGES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7" name="Text 5"/>
          <p:cNvSpPr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Cloud is a next-generation platform that integrates three powerful AI models — Mistral, Groq/Llama 3, and Google Gemini — with Firebase cloud services and a modern React 19 frontend to deliver an intelligent, gamified alumni ecosystem.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9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468880"/>
            <a:ext cx="457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42316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3+ AI Models Integrated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278892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Mistral for mentorship, Groq/Llama for jobs &amp; search, Gemini for web grounding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9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468880"/>
            <a:ext cx="457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🎙️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0" y="242316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Boardroom Interviews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78892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Real-time Speech-to-Text with 4 AI judge personas for realistic practice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338328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9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474720"/>
            <a:ext cx="457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342900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Real-Time Intelligence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379476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Live company analytics with AI scoring, sentiment analysis, and tech stack 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338328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9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474720"/>
            <a:ext cx="457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58000" y="342900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Real-Time Communication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79476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Firebase-powered messaging, groups, events, and community gallery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" y="438912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9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480560"/>
            <a:ext cx="457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54480" y="443484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Gamification &amp; XP System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54480" y="480060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Earn XP for networking, mentoring, and community contributions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438912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9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480560"/>
            <a:ext cx="457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58000" y="443484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Serverless Architecture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480060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Vercel + Firebase for zero-downtime, auto-scaling deployment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539496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9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486400"/>
            <a:ext cx="457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554480" y="544068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Premium Glassmorphic UI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554480" y="580644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React 19 + Tailwind CSS with 3D visualizations (Three.js)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539496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9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5486400"/>
            <a:ext cx="457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858000" y="544068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Multi-Auth Security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580644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Firebase Auth with Google OAuth, Email/Password, and Guest mode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SOFTWARE REQUIREMENTS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0284C7"/>
          </a:solidFill>
        </p:spPr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914400" y="1371600"/>
          <a:ext cx="10332720" cy="48006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4846320"/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Category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Technology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Version / Details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Frontend Framework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React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v19.0.0 with TypeScript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Styling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Tailwind CSS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v4.1.14 with Glassmorphism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3D Visualizations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Three.js / React Three Fiber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v0.184.0 / v9.6.0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Build Tool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Vite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v6.2.0 (HMR + SSR)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Backend Server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Express.js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v4.21.2 with TypeScript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AI Model 1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Mistral AI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mistral-large-latest (Mentorship &amp; Boardroom)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AI Model 2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Groq + Llama 3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llama-3.3-70b-versatile (Jobs &amp; Company Intel)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AI Model 3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Google Gemini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gemini-2.0-flash (Search Grounding)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Authentication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Firebase Auth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Google OAuth + Email/Password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Database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Cloud Firestore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NoSQL Document DB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File Storage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Firebase Storage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Resume &amp; Image uploads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Deployment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Vercel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Serverless Edge Functions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Animation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Motion (Framer Motion)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v12.23.24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Routing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React Router DOM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v7.14.0</a:t>
                      </a:r>
                      <a:endParaRPr lang="en-US" sz="10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6" name="Text 5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HARDWARE REQUIREMENTS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6" name="Text 4"/>
          <p:cNvSpPr/>
          <p:nvPr/>
        </p:nvSpPr>
        <p:spPr>
          <a:xfrm>
            <a:off x="914400" y="146304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💻  Development Environment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1097280" y="201168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Processor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201168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Intel Core i5 / AMD Ryzen 5 or above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51460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1097280" y="251460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251460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8 GB minimum (16 GB recommended)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01752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1097280" y="301752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Storage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301752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256 GB SSD (minimum 5 GB free)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52044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1097280" y="352044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Display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352044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1920×1080 resolution (Full HD)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402336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1097280" y="402336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402336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Windows 10+, macOS 12+, or Linux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452628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1097280" y="452628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Internet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0" y="452628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Broadband (5 Mbps+ for AI API calls)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502920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1097280" y="502920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Browser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0" y="502920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Chrome 90+ / Edge 90+ (WebRTC support)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553212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1097280" y="553212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Peripherals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0" y="553212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Webcam + Microphone (for AI Boardroom)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☁️  Production Environment (Cloud)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00800" y="201168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6583680" y="201168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Hosting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201168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Vercel (Serverless, Auto-Scaling)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251460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6583680" y="251460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251460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Firebase Firestore (Google Cloud)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301752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6583680" y="301752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Storage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301752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Firebase Cloud Storage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352044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6583680" y="352044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CDN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0" y="352044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Vercel Edge Network (Global)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0" y="402336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6583680" y="402336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APIs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29600" y="402336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Groq Cloud, Mistral Cloud, Google AI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452628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6583680" y="452628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SSL/TLS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0" y="452628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Automatic via Vercel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00800" y="502920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6583680" y="502920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Uptime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229600" y="502920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99.9% SLA (Vercel + Firebase)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0" y="553212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6583680" y="553212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Scaling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229600" y="553212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Auto-scale — 0 to ∞ (Serverless)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6" name="Shape 4"/>
          <p:cNvSpPr/>
          <p:nvPr/>
        </p:nvSpPr>
        <p:spPr>
          <a:xfrm>
            <a:off x="914400" y="137160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0284C7">
              <a:alpha val="9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41732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React 19  •  TypeScript  •  Tailwind CSS  •  Three.js  •  Framer Motion  •  Lucide Icons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0" y="219456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37744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7C3AED">
              <a:alpha val="9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42316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ROUTING &amp; STATE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743200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React Router DOM v7  •  Context API (AuthContext)  •  Firebase Auth State Listener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0" y="320040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38328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059669">
              <a:alpha val="90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42900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API LAYER (Express.js Server)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749040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/api/aura (Mistral)  •  /api/boardroom (Mistral)  •  /api/jobs (Groq)  •  /api/company-search (Groq)  •  /api/company-insights (Groq)  •  /api/alumni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0" y="420624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38912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F59E0B">
              <a:alpha val="9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43484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ENGINE 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754880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Mistral Large (Career Coach + Boardroom)  •  Llama 3.3 70B via Groq (Jobs + Intel)  •  Gemini 2.0 Flash (Search Grounding)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0" y="521208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539496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F43F5E">
              <a:alpha val="90000"/>
            </a:srgbClr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544068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DATA &amp; CLOUD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5760720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Firebase Firestore (NoSQL)  •  Firebase Auth (OAuth + Email)  •  Firebase Storage (Files)  •  Vercel (Serverless Deploy)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PROJECT MODULES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6" name="Shape 4"/>
          <p:cNvSpPr/>
          <p:nvPr/>
        </p:nvSpPr>
        <p:spPr>
          <a:xfrm>
            <a:off x="914400" y="146304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536192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Home &amp; Alumni Search</a:t>
            </a:r>
            <a:endParaRPr lang="en-US" sz="1100" b="1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08760" y="19202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Company Intelligence, Alumni Directory with search, filter tabs</a:t>
            </a:r>
            <a:endParaRPr lang="en-US" sz="850" dirty="0">
              <a:solidFill>
                <a:schemeClr val="bg2">
                  <a:lumMod val="50000"/>
                </a:schemeClr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80560" y="146304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544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74920" y="1536192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Aura AI Career Coach</a:t>
            </a:r>
            <a:endParaRPr lang="en-US" sz="1100" b="1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74920" y="19202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Mistral-powered chat mentor with Gemini web search grounding &amp; XP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5544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41080" y="1536192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Boardroom</a:t>
            </a:r>
            <a:endParaRPr lang="en-US" sz="1100" b="1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41080" y="19202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 AI judge interview simulation with real-time STT &amp; scored feedback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269748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7889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08760" y="2770632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Jobs Portal</a:t>
            </a:r>
            <a:endParaRPr lang="en-US" sz="1100" b="1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508760" y="315468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Groq/Llama-curated job listings, post jobs to Firebase, referral system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480560" y="269748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7889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🧑‍🤝‍🧑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74920" y="2770632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Mentorship Hub</a:t>
            </a:r>
            <a:endParaRPr lang="en-US" sz="1100" b="1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74920" y="315468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AI-matched mentor suggestions, active mentoring, session logging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046720" y="269748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27889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641080" y="2770632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Real-Time Messaging</a:t>
            </a:r>
            <a:endParaRPr lang="en-US" sz="1100" b="1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641080" y="315468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Firebase Firestore-backed chat with real-time updates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0" y="393192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40233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08760" y="4005072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Community Gallery</a:t>
            </a:r>
            <a:endParaRPr lang="en-US" sz="1100" b="1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508760" y="438912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Photo upload, categories, likes, comments — social engagement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480560" y="393192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40233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074920" y="4005072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Events </a:t>
            </a: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Management</a:t>
            </a:r>
            <a:endParaRPr lang="en-US" sz="1100" b="1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074920" y="438912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Create &amp; RSVP to alumni events stored in Firestore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046720" y="393192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0" y="40233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641080" y="4005072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Groups &amp; Communities</a:t>
            </a:r>
            <a:endParaRPr lang="en-US" sz="1100" b="1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641080" y="438912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Interest-based alumni groups with discussions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14400" y="516636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" y="5257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08760" y="5239512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Profile &amp; Auth System</a:t>
            </a:r>
            <a:endParaRPr lang="en-US" sz="1100" b="1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508760" y="562356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Firebase Auth (Google/Email), profile edit, photo upload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480560" y="516636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5257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5074920" y="5239512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Campus Map</a:t>
            </a:r>
            <a:endParaRPr lang="en-US" sz="1100" b="1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074920" y="562356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Interactive campus navigation and location services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046720" y="516636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0" y="5257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8641080" y="5239512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Voice Call &amp; Office Hours</a:t>
            </a:r>
            <a:endParaRPr lang="en-US" sz="1100" b="1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641080" y="562356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Schedule &amp; conduct voice calls with mentors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6" name="Text 4"/>
          <p:cNvSpPr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Note: Replace these placeholders with actual screenshots from your running application.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33375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Insert Screenshot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Welcome / Sign-In Screen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3337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Firebase Auth (Google + Email)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480560" y="2103120"/>
            <a:ext cx="33375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Insert Screenshot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3291840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Home Dashboard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3520440"/>
            <a:ext cx="3337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Spotlight &amp; Company Intel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046720" y="2103120"/>
            <a:ext cx="33375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Insert Screenshot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3291840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Boardroom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3520440"/>
            <a:ext cx="3337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4-Judge Interview Simulation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429768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14400" y="4572000"/>
            <a:ext cx="33375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Insert Screenshot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760720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Aura AI Career Coach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989320"/>
            <a:ext cx="3337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Chat with Gemini Search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80560" y="429768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480560" y="4572000"/>
            <a:ext cx="33375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Insert Screenshot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80560" y="5760720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Jobs Portal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5989320"/>
            <a:ext cx="3337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AI-Curated Opportunities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046720" y="429768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8046720" y="4572000"/>
            <a:ext cx="33375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Insert Screenshot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46720" y="5760720"/>
            <a:ext cx="3337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Community Gallery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5989320"/>
            <a:ext cx="3337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Photo Upload with Likes/Comments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6" name="Text 4"/>
          <p:cNvSpPr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Cloud successfully demonstrates how modern generative AI can transform traditional alumni networking into an intelligent, career-accelerating ecosystem. By integrating three distinct AI models, the platform delivers capabilities that no existing alumni platform offers.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560320"/>
            <a:ext cx="10058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✅  Successfully integrated Mistral AI, Groq/Llama 3.3, and Google Gemini into a unified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3063240"/>
            <a:ext cx="10058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✅  Built a real-time AI Boardroom with 4 distinct judge personas and Speech-to-Text evaluation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10058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✅  Developed an AI-powered company intelligence engine with live scoring and sentiment analysis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4069080"/>
            <a:ext cx="10058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✅  Created a gamified mentorship and networking system with XP progression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4572000"/>
            <a:ext cx="10058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✅  Achieved seamless serverless deployment on Vercel with Firebase backend integration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5074920"/>
            <a:ext cx="10058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✅  Delivered a premium glassmorphic UI with 3D visualizations and smooth animations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Future Scope: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Mobile app (React Native)   • AI Resume Builder   • Video Interview Recording   • Blockchain-verified Certificates   • Alumni Donation Portal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6" name="Shape 4"/>
          <p:cNvSpPr/>
          <p:nvPr/>
        </p:nvSpPr>
        <p:spPr>
          <a:xfrm>
            <a:off x="914400" y="1463040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0F9FF"/>
          </a:solidFill>
        </p:spPr>
      </p:sp>
      <p:sp>
        <p:nvSpPr>
          <p:cNvPr id="7" name="Text 5"/>
          <p:cNvSpPr/>
          <p:nvPr/>
        </p:nvSpPr>
        <p:spPr>
          <a:xfrm>
            <a:off x="1188720" y="1463040"/>
            <a:ext cx="9875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[1]  React Documentation — react.dev — Meta Open Source, 2024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810512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1188720" y="1810512"/>
            <a:ext cx="9875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[2]  Firebase Documentation — firebase.google.com — Google Cloud, 2024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157984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0F9FF"/>
          </a:solidFill>
        </p:spPr>
      </p:sp>
      <p:sp>
        <p:nvSpPr>
          <p:cNvPr id="11" name="Text 9"/>
          <p:cNvSpPr/>
          <p:nvPr/>
        </p:nvSpPr>
        <p:spPr>
          <a:xfrm>
            <a:off x="1188720" y="2157984"/>
            <a:ext cx="9875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[3]  Mistral AI Platform — docs.mistral.ai — Mistral AI, 2024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505456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1188720" y="2505456"/>
            <a:ext cx="9875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[4]  Groq API Documentation — console.groq.com/docs — Groq Inc., 2024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2852928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0F9FF"/>
          </a:solidFill>
        </p:spPr>
      </p:sp>
      <p:sp>
        <p:nvSpPr>
          <p:cNvPr id="15" name="Text 13"/>
          <p:cNvSpPr/>
          <p:nvPr/>
        </p:nvSpPr>
        <p:spPr>
          <a:xfrm>
            <a:off x="1188720" y="2852928"/>
            <a:ext cx="9875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[5]  Google Gemini API — ai.google.dev — Google DeepMind, 2024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200400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1188720" y="3200400"/>
            <a:ext cx="9875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[6]  Vite Build Tool — vitejs.dev — Evan You &amp; Team, 2024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3547872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0F9FF"/>
          </a:solidFill>
        </p:spPr>
      </p:sp>
      <p:sp>
        <p:nvSpPr>
          <p:cNvPr id="19" name="Text 17"/>
          <p:cNvSpPr/>
          <p:nvPr/>
        </p:nvSpPr>
        <p:spPr>
          <a:xfrm>
            <a:off x="1188720" y="3547872"/>
            <a:ext cx="9875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[7]  Tailwind CSS — tailwindcss.com — Tailwind Labs, 2024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895344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1188720" y="3895344"/>
            <a:ext cx="9875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[8]  Three.js / React Three Fiber — threejs.org / docs.pmnd.rs — Community, 2024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4242816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0F9FF"/>
          </a:solidFill>
        </p:spPr>
      </p:sp>
      <p:sp>
        <p:nvSpPr>
          <p:cNvPr id="23" name="Text 21"/>
          <p:cNvSpPr/>
          <p:nvPr/>
        </p:nvSpPr>
        <p:spPr>
          <a:xfrm>
            <a:off x="1188720" y="4242816"/>
            <a:ext cx="9875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[9]  Vercel Deployment — vercel.com/docs — Vercel Inc., 2024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4590288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1188720" y="4590288"/>
            <a:ext cx="9875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[10] Web Speech API — MDN Web Docs — Mozilla Developer Network, 2024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937760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0F9FF"/>
          </a:solidFill>
        </p:spPr>
      </p:sp>
      <p:sp>
        <p:nvSpPr>
          <p:cNvPr id="27" name="Text 25"/>
          <p:cNvSpPr/>
          <p:nvPr/>
        </p:nvSpPr>
        <p:spPr>
          <a:xfrm>
            <a:off x="1188720" y="4937760"/>
            <a:ext cx="9875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[11] Express.js — expressjs.com — Node.js Foundation, 2024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5285232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1188720" y="5285232"/>
            <a:ext cx="9875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[12] Framer Motion (Motion) — motion.dev — Framer B.V., 2024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4400" y="5632704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0F9FF"/>
          </a:solidFill>
        </p:spPr>
      </p:sp>
      <p:sp>
        <p:nvSpPr>
          <p:cNvPr id="31" name="Text 29"/>
          <p:cNvSpPr/>
          <p:nvPr/>
        </p:nvSpPr>
        <p:spPr>
          <a:xfrm>
            <a:off x="1188720" y="5632704"/>
            <a:ext cx="9875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[13] Lucide Icons — lucide.dev — Community Open Source, 2024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5943600"/>
            <a:ext cx="5760720" cy="640080"/>
          </a:xfrm>
          <a:prstGeom prst="roundRect">
            <a:avLst>
              <a:gd name="adj" fmla="val 17143"/>
            </a:avLst>
          </a:prstGeom>
          <a:solidFill>
            <a:srgbClr val="0284C7"/>
          </a:solidFill>
        </p:spPr>
      </p:sp>
      <p:sp>
        <p:nvSpPr>
          <p:cNvPr id="33" name="Text 31"/>
          <p:cNvSpPr/>
          <p:nvPr/>
        </p:nvSpPr>
        <p:spPr>
          <a:xfrm>
            <a:off x="3200400" y="5943600"/>
            <a:ext cx="5760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10567</Words>
  <Application>WPS Presentation</Application>
  <PresentationFormat>On-screen Show (16:9)</PresentationFormat>
  <Paragraphs>582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Segoe UI</vt:lpstr>
      <vt:lpstr>Segoe UI</vt:lpstr>
      <vt:lpstr>Segoe UI</vt:lpstr>
      <vt:lpstr>Segoe UI Light</vt:lpstr>
      <vt:lpstr>Segoe UI Light</vt:lpstr>
      <vt:lpstr>Segoe UI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AlumniCloud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Alumni Cloud</dc:title>
  <dc:creator>AlumniCloud Team</dc:creator>
  <dc:subject>Alumni Cloud - AI-Integrated Career Development Platform</dc:subject>
  <cp:lastModifiedBy>K.P KRISHNA</cp:lastModifiedBy>
  <cp:revision>2</cp:revision>
  <dcterms:created xsi:type="dcterms:W3CDTF">2026-04-26T11:58:00Z</dcterms:created>
  <dcterms:modified xsi:type="dcterms:W3CDTF">2026-04-28T06:51:54Z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859939E4EA6B429097816E88C620830C_12</vt:lpwstr>
  </property>
</Properties>
</file>