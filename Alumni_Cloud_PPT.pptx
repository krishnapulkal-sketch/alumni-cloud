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4572000" cy="4572000"/>
          </a:xfrm>
          <a:prstGeom prst="ellipse">
            <a:avLst/>
          </a:prstGeom>
          <a:solidFill>
            <a:srgbClr val="0284C7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38BDF8">
              <a:alpha val="9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AI-Integrated Career Development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38BDF8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&amp; Alumni Networking Ecosystem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32004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434840"/>
            <a:ext cx="10058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Department of Computer Science &amp; Engineering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Teegala Krishna Reddy Engineering College | 2024-2028
</a:t>
            </a:r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Internal Guide: Mrs. S. Guna Sree (Assistant Professor)
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Presented by: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24R91A1264 - Koyalkar Pulkal Krishna    |    24R91A1240 - Easa Abdul Rahaman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24R91A1229 - Chougoni Manisai    |    24R91A1258 - Kanukuntla Sai Surya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/ 13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103327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is an elite, AI-integrated career development and networking ecosystem designed to bridge the gap between academic learning and professional excellence. The platform leverages cutting-edge generative AI models including Mistral AI, Groq + Llama 3, and Google Gemini to deliver a comprehensive suite of features: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AI Boardroom — Multi-persona interview simulation with 4 AI judges using real-time Speech-to-Text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Aura AI Career Coach — Personalized mentorship powered by Mistral and Gemini Search Grounding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Real-time Job Portal — AI-curated opportunities generated via Groq + Llama 3.3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Company Intelligence Engine — Live corporate analytics with AI-scored sentiment analysis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Alumni Network with 50+ tech leaders — Events, Mentorship, Gallery, Messaging &amp; Groups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with React 19, Firebase (Auth, Firestore, Storage), Express.js, and Tailwind CSS, the platform is deployed on Vercel for seamless serverless operation.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50292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today's competitive tech landscape, alumni networks serve as invaluable bridges between academic institutions and the professional world. However, most alumni platforms are static directories that fail to leverage modern AI capabilities.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addresses this gap by creating a living, intelligent ecosystem that: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Connects students with 50+ tech professionals from companies like Google, Meta, OpenAI, and Stripe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Provides AI-powered career coaching and real-time company intelligence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Simulates boardroom-level interview preparation with multi-persona AI judges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✦ Enables real-time messaging, event management, and community engagement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75120" y="137160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146304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046720" y="14630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Mistral, Groq/Llama 3, Gemini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675120" y="256032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0" y="265176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0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 across the platform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75120" y="374904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384048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50+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046720" y="38404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Network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leaders &amp; professionals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75120" y="4937760"/>
            <a:ext cx="4846320" cy="1005840"/>
          </a:xfrm>
          <a:prstGeom prst="roundRect">
            <a:avLst>
              <a:gd name="adj" fmla="val 9091"/>
            </a:avLst>
          </a:prstGeom>
          <a:solidFill>
            <a:srgbClr val="F0F9FF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5029200"/>
            <a:ext cx="1188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046720" y="50292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APIs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46720" y="5440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AI endpoints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544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Disconnected Alumni Networks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45920" y="18745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Graduates lose touch with their alma mater and fellow alumni, missing valuable networking opportunities critical for career advancement.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450592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42032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45920" y="249631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AI-Powered Career Guidance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45920" y="2862072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 career preparation relies on outdated static resources. There is no personalized, AI-driven mentorship or real-time company intelligence available.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438144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529584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348386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Lack of Interview Preparation Tools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45920" y="3849624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face high-stakes interviews unprepared. No platform provides realistic, multi-persona AI interview simulations with real-time feedback.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4425696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517136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45920" y="4471416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Fragmented Communication &amp; Events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45920" y="4837176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events, group discussions, job postings, and mentorship programs are scattered across multiple platforms with no unified solution.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5413248"/>
            <a:ext cx="10332720" cy="868680"/>
          </a:xfrm>
          <a:prstGeom prst="roundRect">
            <a:avLst>
              <a:gd name="adj" fmla="val 8421"/>
            </a:avLst>
          </a:prstGeom>
          <a:solidFill>
            <a:srgbClr val="F43F5E">
              <a:alpha val="92000"/>
            </a:srgbClr>
          </a:solidFill>
          <a:ln w="63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504688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45920" y="545896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Real-Time Job Intelligence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45920" y="5824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 boards provide static listings. There is no AI system that curates, generates, and scores job opportunities with company insights in real-time.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DISADVANTAGES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Alumni Platforms: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LinkedIn Alumni groups with limited college-specific features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College-hosted static websites with basic alumni directories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Manual spreadsheet-based alumni tracking systems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WhatsApp/Telegram groups for informal communication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Email newsletters with no interactive capabilities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75120" y="1371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Disadvantages: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0" y="201168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20116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 AI-powered career guidance or mentorship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675120" y="248716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0" y="248716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Static data — no real-time company insights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0" y="296265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96265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 interview preparation or simulation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3438144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438144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Fragmented across multiple third-party platforms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75120" y="3913632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913632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 gamification or engagement mechanisms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675120" y="4389120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38912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Poor UI/UX — outdated, non-responsive designs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675120" y="4864608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4864608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No real-time messaging or community features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5340096"/>
            <a:ext cx="4846320" cy="384048"/>
          </a:xfrm>
          <a:prstGeom prst="roundRect">
            <a:avLst>
              <a:gd name="adj" fmla="val 14286"/>
            </a:avLst>
          </a:prstGeom>
          <a:solidFill>
            <a:srgbClr val="FE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5340096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 Zero personalization in job recommendations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03520" y="3657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ADVANTAGES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is a next-generation platform that integrates three powerful AI models — Mistral, Groq/Llama 3, and Google Gemini — with Firebase cloud services and a modern React 19 frontend to deliver an intelligent, gamified alumni ecosystem.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55448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3+ AI Models Integrated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Mistral for mentorship, Groq/Llama for jobs &amp; search, Gemini for web grounding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17920" y="23774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46888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🎙️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Boardroom Interviews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Speech-to-Text with 4 AI judge personas for realistic practice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14400" y="33832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474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5448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Intelligence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5448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company analytics with AI scoring, sentiment analysis, and tech stack 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3832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347472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5800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Communication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37947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Firebase-powered messaging, groups, events, and community gallery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14400" y="4389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51560" y="4480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🎮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Gamification &amp; XP System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5448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 XP for networking, mentoring, and community contributions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217920" y="438912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4805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6858000" y="4434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Architecture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858000" y="48006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+ Firebase for zero-downtime, auto-scaling deployment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4400" y="5394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51560" y="5486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🎨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55448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Glassmorphic UI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554480" y="5806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Tailwind CSS with 3D visualizations (Three.js)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17920" y="539496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10B981">
              <a:alpha val="9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55080" y="54864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858000" y="5440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Multi-Auth Security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858000" y="58064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with Google OAuth, Email/Password, and Guest mode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48463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Category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Version / Details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Frontend Framework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v19.0.0 with TypeScript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Styling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Tailwind CSS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v4.1.14 with Glassmorphism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3D Visualizations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Three.js / React Three Fiber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v0.184.0 / v9.6.0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 Tool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Vite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v6.2.0 (HMR + SSR)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 Server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Express.js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v4.21.2 with TypeScript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Model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Mistral AI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mistral-large-latest (Mentorship &amp; Boardroom)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Model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Groq + Llama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llama-3.3-70b-versatile (Jobs &amp; Company Intel)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Model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Gemini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gemini-2.0-flash (Search Grounding)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 Auth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OAuth + Email/Password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 Firestore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NoSQL Document DB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File 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 Storage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Resume &amp; Image uploads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Deployment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Serverless Edge Functions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Animation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Motion (Framer Motion)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v12.23.24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Routing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Router DOM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v7.14.0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REQUIREMENTS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 Development Environment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Processor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 Core i5 / AMD Ryzen 5 or above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5146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GB minimum (16 GB recommended)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30175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256 GB SSD (minimum 5 GB free)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5204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1920×1080 resolution (Full HD)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023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Windows 10+, macOS 12+, or Linux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5262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097280" y="4526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Internet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Broadband (5 Mbps+ for AI API calls)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50292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743200" y="5029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Chrome 90+ / Edge 90+ (WebRTC support)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5321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5532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Peripherals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743200" y="5532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Webcam + Microphone (for AI Boardroom)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☁️  Production Environment (Cloud)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20116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20116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Hosting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229600" y="20116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(Serverless, Auto-Scaling)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5146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25146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0" y="2514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Firestore (Google Cloud)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400800" y="30175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0175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229600" y="30175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Cloud Storage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0" y="352044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0" y="352044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0" y="35204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Edge Network (Global)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402336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583680" y="40233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APIs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229600" y="40233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 Cloud, Mistral Cloud, Google AI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400800" y="452628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6583680" y="45262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SSL/TLS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229600" y="45262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 via Vercel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400800" y="502920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6583680" y="50292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Uptime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229600" y="50292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99.9% SLA (Vercel + Firebase)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0" y="5532120"/>
            <a:ext cx="4846320" cy="411480"/>
          </a:xfrm>
          <a:prstGeom prst="roundRect">
            <a:avLst>
              <a:gd name="adj" fmla="val 13333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6583680" y="553212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Scaling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8229600" y="55321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Auto-scale — 0 to ∞ (Serverless)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37160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0284C7">
              <a:alpha val="90000"/>
            </a:srgbClr>
          </a:solidFill>
          <a:ln w="19050">
            <a:solidFill>
              <a:srgbClr val="028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41732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PRESENTATION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 •  TypeScript  •  Tailwind CSS  •  Three.js  •  Framer Motion  •  Lucide Icons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0" y="2194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37744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7C3AED">
              <a:alpha val="90000"/>
            </a:srgbClr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2423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 &amp; STATE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27432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Router DOM v7  •  Context API (AuthContext)  •  Firebase Auth State Listener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69280" y="32004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059669">
              <a:alpha val="90000"/>
            </a:srgbClr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4290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 (Express.js Server)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7490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/api/aura (Mistral)  •  /api/boardroom (Mistral)  •  /api/jobs (Groq)  •  /api/company-search (Groq)  •  /api/company-insights (Groq)  •  /api/alumni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669280" y="4206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14400" y="438912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59E0B">
              <a:alpha val="90000"/>
            </a:srgbClr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4348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 LAYER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47548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Mistral Large (Career Coach + Boardroom)  •  Llama 3.3 70B via Groq (Jobs + Intel)  •  Gemini 2.0 Flash (Search Grounding)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69280" y="5212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▼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4400" y="5394960"/>
            <a:ext cx="10332720" cy="822960"/>
          </a:xfrm>
          <a:prstGeom prst="roundRect">
            <a:avLst>
              <a:gd name="adj" fmla="val 8889"/>
            </a:avLst>
          </a:prstGeom>
          <a:solidFill>
            <a:srgbClr val="F43F5E">
              <a:alpha val="90000"/>
            </a:srgbClr>
          </a:solidFill>
          <a:ln w="1905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4406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3F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CLOUD LAYER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576072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Firestore (NoSQL)  •  Firebase Auth (OAuth + Email)  •  Firebase Storage (Files)  •  Vercel (Serverless Deploy)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&amp; Alumni Search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Company Intelligence, Alumni Directory with search, filter tabs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480560" y="14630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74920" y="15361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AI Career Coach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Mistral-powered chat mentor with Gemini web search grounding &amp; XP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046720" y="146304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3816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41080" y="153619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Boardroom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41080" y="19202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AI judge interview simulation with real-time STT &amp; scored feedback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269748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💼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508760" y="2770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Portal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Groq/Llama-curated job listings, post jobs to Firebase, referral system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480560" y="269748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🧑‍🤝‍🧑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074920" y="2770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Mentorship Hub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AI-matched mentor suggestions, active mentoring, session logging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0" y="269748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3816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641080" y="277063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Messaging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41080" y="31546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Firestore-backed chat with real-time updates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14400" y="393192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📸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08760" y="4005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Gallery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upload, categories, likes, comments — social engagement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80560" y="393192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074920" y="4005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Management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&amp; RSVP to alumni events stored in Firestore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46720" y="393192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3816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8641080" y="400507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Groups &amp; Communities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41080" y="43891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Interest-based alumni groups with discussions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14400" y="516636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584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08760" y="5239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Profile &amp; Auth System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08760" y="5623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(Google/Email), profile edit, photo upload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80560" y="516636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074920" y="5239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Map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74920" y="5623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campus navigation and location services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046720" y="5166360"/>
            <a:ext cx="3337560" cy="1051560"/>
          </a:xfrm>
          <a:prstGeom prst="roundRect">
            <a:avLst>
              <a:gd name="adj" fmla="val 8696"/>
            </a:avLst>
          </a:prstGeom>
          <a:solidFill>
            <a:srgbClr val="FFFFFF">
              <a:alpha val="94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138160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📞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8641080" y="5239512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Voice Call &amp; Office Hours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8641080" y="56235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&amp; conduct voice calls with mentors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OUTPUT SCREENS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Note: Replace these placeholders with actual screenshots from your running application.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914400" y="18288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914400" y="210312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Welcome / Sign-In Screen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352044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Firebase Auth (Google + Email)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80560" y="18288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480560" y="210312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3291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Dashboard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352044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Spotlight &amp; Company Intel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046720" y="182880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8046720" y="210312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46720" y="329184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Boardroom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046720" y="352044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4-Judge Interview Simulation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1440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914400" y="457200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7607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Aura AI Career Coach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14400" y="598932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with Gemini Search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8056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480560" y="457200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80560" y="57607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Portal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480560" y="598932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AI-Curated Opportunities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46720" y="4297680"/>
            <a:ext cx="3337560" cy="18288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8046720" y="4572000"/>
            <a:ext cx="3337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Insert Screenshot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046720" y="5760720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Gallery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5989320"/>
            <a:ext cx="3337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Photo Upload with Likes/Comments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successfully demonstrates how modern generative AI can transform traditional alumni networking into an intelligent, career-accelerating ecosystem. By integrating three distinct AI models, the platform delivers capabilities that no existing alumni platform offers.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5603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Successfully integrated Mistral AI, Groq/Llama 3.3, and Google Gemini into a unified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30632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Built a real-time AI Boardroom with 4 distinct judge personas and Speech-to-Text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35661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Developed an AI-powered company intelligence engine with live scoring and sentiment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069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Created a gamified mentorship and networking system with XP progression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45720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Achieved seamless serverless deployment on Vercel with Firebase backend integration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5074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Delivered a premium glassmorphic UI with 3D visualizations and smooth animations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Scope: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Mobile app (React Native)   • AI Resume Builder   • Video Interview Recording   • Blockchain-verified Certificates   • Alumni Donation Portal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3657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62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914400" y="1097280"/>
            <a:ext cx="228600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463040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6304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  React Documentation — react.dev — Meta Open Source, 2024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14400" y="1810512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81051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  Firebase Documentation — firebase.google.com — Google Cloud, 2024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2157984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15798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  Mistral AI Platform — docs.mistral.ai — Mistral AI, 2024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2505456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250545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  Groq API Documentation — console.groq.com/docs — Groq Inc., 2024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852928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285292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  Google Gemini API — ai.google.dev — Google DeepMind, 2024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200400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320040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  Vite Build Tool — vitejs.dev — Evan You &amp; Team, 2024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14400" y="3547872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354787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  Tailwind CSS — tailwindcss.com — Tailwind Labs, 2024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4400" y="3895344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188720" y="389534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[8]  Three.js / React Three Fiber — threejs.org / docs.pmnd.rs — Community, 2024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242816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23" name="Text 21"/>
          <p:cNvSpPr/>
          <p:nvPr/>
        </p:nvSpPr>
        <p:spPr>
          <a:xfrm>
            <a:off x="1188720" y="4242816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[9]  Vercel Deployment — vercel.com/docs — Vercel Inc., 2024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4590288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1188720" y="4590288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[10] Web Speech API — MDN Web Docs — Mozilla Developer Network, 2024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937760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27" name="Text 25"/>
          <p:cNvSpPr/>
          <p:nvPr/>
        </p:nvSpPr>
        <p:spPr>
          <a:xfrm>
            <a:off x="1188720" y="4937760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[11] Express.js — expressjs.com — Node.js Foundation, 2024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14400" y="5285232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1188720" y="5285232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[12] Framer Motion (Motion) — motion.dev — Framer B.V., 2024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14400" y="5632704"/>
            <a:ext cx="10332720" cy="292608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/>
        </p:spPr>
      </p:sp>
      <p:sp>
        <p:nvSpPr>
          <p:cNvPr id="31" name="Text 29"/>
          <p:cNvSpPr/>
          <p:nvPr/>
        </p:nvSpPr>
        <p:spPr>
          <a:xfrm>
            <a:off x="1188720" y="5632704"/>
            <a:ext cx="9875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[13] Lucide Icons — lucide.dev — Community Open Source, 2024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5943600"/>
            <a:ext cx="5760720" cy="640080"/>
          </a:xfrm>
          <a:prstGeom prst="roundRect">
            <a:avLst>
              <a:gd name="adj" fmla="val 17143"/>
            </a:avLst>
          </a:prstGeom>
          <a:solidFill>
            <a:srgbClr val="0284C7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0" y="594360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Alumni Cloud | AI Career Development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AlumniCloud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Alumni Cloud</dc:title>
  <dc:subject>Alumni Cloud - AI-Integrated Career Development Platform</dc:subject>
  <dc:creator>AlumniCloud Team</dc:creator>
  <cp:lastModifiedBy>AlumniCloud Team</cp:lastModifiedBy>
  <cp:revision>1</cp:revision>
  <dcterms:created xsi:type="dcterms:W3CDTF">2026-04-26T12:54:02Z</dcterms:created>
  <dcterms:modified xsi:type="dcterms:W3CDTF">2026-04-26T12:54:02Z</dcterms:modified>
</cp:coreProperties>
</file>